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5" d="100"/>
          <a:sy n="85" d="100"/>
        </p:scale>
        <p:origin x="3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0E2F2-1139-A59B-D08A-39C1EC7FF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0C5994-DC24-EE4C-DD7A-7B1702E9A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607755-A0CF-4BB4-6E50-CFFD3F8D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1F385-5657-DE6F-BCFC-EA4E2F9F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F3B6E7-FB50-8D22-9572-A54A0970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01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02227-D596-B466-908B-46A6F4470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23D56C-64FE-CD25-4DC3-F121C492C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55B1C-8C56-00CA-6C4F-FBEEFC2A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95383F-F31C-A223-04F2-B4275460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53F53C-A0A8-9FD1-BF47-E66E5AB8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02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237B2-7BE1-2F29-796D-0D700DEE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CAD456-9231-81A1-DED4-109F644D7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6E4C1-4ABB-29A7-32F0-5F8B7797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968C16-E7DE-5726-5C8B-204CB6AC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898FE3-C33E-A4DE-972B-8BB2C445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77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77FAF-93F4-2A47-17C2-40996669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D75CB-709B-1533-5CF7-40BFFE3E4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7E42DC-7E15-B01B-E190-6C3C37430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DC1D89-FC8F-840F-52B3-297B08A9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C1E552-C21C-35C5-319F-8C7D635A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D76650-915B-E0A2-6880-5886885F2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26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46113-062C-EA44-7544-84128CBB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15E68F-F21C-0A96-23F0-1901ABB5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527020-634F-879F-3F16-FE216569F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ED6129-A013-F751-CAC4-37554FE80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017A3C-7505-B2A1-4FCD-52DB0D738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E453D2-5693-E2D7-7DB5-D7AAE697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4DC886-5E2D-4C90-3AD2-628096A1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A033B0-1C6E-AEBD-5711-C7C73EB8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49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97241-F6A7-2D91-AAF6-A7BC2C68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DD0B-EB5D-4254-7CF5-FB5079BF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B34836-C73D-5F7E-7621-32290D41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4C4922-ABCD-BFB5-F399-DA2EC498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45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689C9E-6858-4563-9148-4F6C8C2A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9A0055-7440-2550-C7E5-D0C4D0E1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D550CA-803B-77A3-586D-54BB90AD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14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5785E-DAF2-4881-87E3-830231A8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189C66-33AE-5F70-0099-D4275CF8F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8EB064-D59F-9317-4547-2B5509A8B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D081D2-F555-E435-E803-D1904C83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1AADD3-A706-6704-169F-C61FA8E3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944172-9B9B-1E81-AC14-CD9FDF81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82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EADA2-4C79-7EED-C32A-CF2ABEAF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139DB5-E16A-4CCC-0DA6-53A624A1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61C338-1FB7-2E92-DE3F-EF2907C33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BC1D3E-8C4C-5DAC-68D8-5614A5E83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34B6D5-9D4D-39DB-9A63-ADA3EB57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7C9B45-619F-0B09-2DD1-A02EA34B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21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0B890-FBCE-97D0-EB53-A2E8EF6B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5CDF4D-9773-B64E-3C83-4966024BB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CA9F9C-D9C4-FF32-8647-1694AF59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C3B96E-CD87-2B4A-D6D9-A8EC0C59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7B3412-6632-BAC4-298C-D954BAB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03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2D48E4E-B3A3-AC7B-BD01-0935B4833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69A0A0-5EDA-5A3D-78B3-19C84E9E5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A654F-D382-D1BD-11BE-EF0CA269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9915A0-E22F-87B1-29A7-AA0920D73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6D819-7E38-5116-B20A-F4501A20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58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DC83F1-9956-4DF1-ABCE-18180DA6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11CE1-B84A-9C18-3A23-F38AE52BD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797E80-E849-7E43-0E6A-B09A91BC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8B402-5013-44DD-8A06-5FA147800E6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39C975-6A06-361F-2AF2-A153BCBD8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BFEBC0-5209-2A19-843E-84CA68478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59F6E-A67C-45D9-9A07-C0F097F1A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63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B4B69-4B12-B2B8-A876-1030AF38C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중고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CA8745-6F74-FF84-1F60-BB4D77DF62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디지털 미디어 </a:t>
            </a:r>
            <a:r>
              <a:rPr lang="en-US" altLang="ko-KR" dirty="0"/>
              <a:t>21 </a:t>
            </a:r>
            <a:r>
              <a:rPr lang="ko-KR" altLang="en-US" dirty="0" err="1"/>
              <a:t>전준혁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8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DEB493-082A-A404-A083-655DD169B76A}"/>
              </a:ext>
            </a:extLst>
          </p:cNvPr>
          <p:cNvSpPr txBox="1"/>
          <p:nvPr/>
        </p:nvSpPr>
        <p:spPr>
          <a:xfrm>
            <a:off x="280490" y="381925"/>
            <a:ext cx="6355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중고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E367F34-08BE-8972-C1A6-59F7C8828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75" y="4117605"/>
            <a:ext cx="4155004" cy="256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564DE109-1561-E03D-3C2A-AEBCA3E59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48" y="859911"/>
            <a:ext cx="53340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127FA092-4723-4C84-F421-DBBC4C7F6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8473" y="3721291"/>
            <a:ext cx="2658235" cy="1308732"/>
          </a:xfrm>
          <a:prstGeom prst="rect">
            <a:avLst/>
          </a:prstGeom>
        </p:spPr>
      </p:pic>
      <p:pic>
        <p:nvPicPr>
          <p:cNvPr id="1038" name="Picture 14" descr="중고 시장 40조 원대로”… 경쟁 치열해지는 '플랫폼 삼국지'｜동아일보">
            <a:extLst>
              <a:ext uri="{FF2B5EF4-FFF2-40B4-BE49-F238E27FC236}">
                <a16:creationId xmlns:a16="http://schemas.microsoft.com/office/drawing/2014/main" id="{06546DF0-3CDD-5245-3A72-4E0C0915D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748" y="2631047"/>
            <a:ext cx="6164252" cy="384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152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EDF75C1-2B8A-64EB-0F0A-4CC4D19F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71" y="3579530"/>
            <a:ext cx="4953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“웃돈 얹어주겠다”…신종 중고거래 사기 피해 급증">
            <a:extLst>
              <a:ext uri="{FF2B5EF4-FFF2-40B4-BE49-F238E27FC236}">
                <a16:creationId xmlns:a16="http://schemas.microsoft.com/office/drawing/2014/main" id="{F9EB89A0-800E-86C6-668D-5794FCE6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871" y="611470"/>
            <a:ext cx="5915067" cy="516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24兆 시장 잡아라&quot;… 중고거래 플랫폼 빅4 '손안의 전쟁' - 파이낸셜뉴스">
            <a:extLst>
              <a:ext uri="{FF2B5EF4-FFF2-40B4-BE49-F238E27FC236}">
                <a16:creationId xmlns:a16="http://schemas.microsoft.com/office/drawing/2014/main" id="{31107696-9202-72F0-13A6-EE4986BB0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764834"/>
            <a:ext cx="542925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256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‘품질’ 및 ‘계약’ 관련 피해유형. (소비자원 제공)">
            <a:extLst>
              <a:ext uri="{FF2B5EF4-FFF2-40B4-BE49-F238E27FC236}">
                <a16:creationId xmlns:a16="http://schemas.microsoft.com/office/drawing/2014/main" id="{2FD6A8F1-C7A8-026E-A038-504A4B4F6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502" y="1044785"/>
            <a:ext cx="5469571" cy="215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중고거래 피해..구매자는 이렇게 당해야만 하는건가요? | 서초동 | 당근 동네생활">
            <a:extLst>
              <a:ext uri="{FF2B5EF4-FFF2-40B4-BE49-F238E27FC236}">
                <a16:creationId xmlns:a16="http://schemas.microsoft.com/office/drawing/2014/main" id="{81B6AB00-2BF7-6B2C-B339-0935B41FF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904" y="1044785"/>
            <a:ext cx="3864594" cy="545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중고 물품 직거래 시 조심해야할 것들 - 플래텀">
            <a:extLst>
              <a:ext uri="{FF2B5EF4-FFF2-40B4-BE49-F238E27FC236}">
                <a16:creationId xmlns:a16="http://schemas.microsoft.com/office/drawing/2014/main" id="{ABAFD4B4-E9B9-E08E-438B-CF0B0F78A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862" y="3196461"/>
            <a:ext cx="4766850" cy="332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45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A Korean news site describes the introduction of an AI feature in the 'Cheap Check' service that automatically checks product conditions using images uploaded by sellers.&#10;&#10;AI 생성 콘텐츠는 정확하지 않을 수 있습니다.">
            <a:extLst>
              <a:ext uri="{FF2B5EF4-FFF2-40B4-BE49-F238E27FC236}">
                <a16:creationId xmlns:a16="http://schemas.microsoft.com/office/drawing/2014/main" id="{9BC15E2C-B8AE-9DD9-F1C1-EF1E2B98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97" y="1200289"/>
            <a:ext cx="6096000" cy="290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58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19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6</Words>
  <Application>Microsoft Office PowerPoint</Application>
  <PresentationFormat>와이드스크린</PresentationFormat>
  <Paragraphs>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중고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인 카</dc:creator>
  <cp:lastModifiedBy>인 카</cp:lastModifiedBy>
  <cp:revision>3</cp:revision>
  <dcterms:created xsi:type="dcterms:W3CDTF">2026-03-10T07:48:43Z</dcterms:created>
  <dcterms:modified xsi:type="dcterms:W3CDTF">2026-03-11T05:07:10Z</dcterms:modified>
</cp:coreProperties>
</file>